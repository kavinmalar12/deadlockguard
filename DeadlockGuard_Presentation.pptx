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0E5FF"/>
                </a:solidFill>
              </a:defRPr>
            </a:pPr>
            <a:r>
              <a:t>🛡️ REAL-TIME APPLICATION PROJECT | VIVA PRESENTATION</a:t>
            </a:r>
          </a:p>
          <a:p>
            <a:pPr>
              <a:spcAft>
                <a:spcPts val="1000"/>
              </a:spcAft>
              <a:defRPr sz="4400" b="1">
                <a:solidFill>
                  <a:srgbClr val="F0F4F8"/>
                </a:solidFill>
              </a:defRPr>
            </a:pPr>
            <a:r>
              <a:t>DeadlockGuard</a:t>
            </a:r>
          </a:p>
          <a:p>
            <a:pPr>
              <a:spcAft>
                <a:spcPts val="2400"/>
              </a:spcAft>
              <a:defRPr sz="1800">
                <a:solidFill>
                  <a:srgbClr val="A0AEC0"/>
                </a:solidFill>
              </a:defRPr>
            </a:pPr>
            <a:r>
              <a:t>An Explainable Web Application for Detecting Deadlocks and Recommending the Cheapest Recovery</a:t>
            </a:r>
          </a:p>
          <a:p>
            <a:pPr>
              <a:defRPr sz="1500" b="1">
                <a:solidFill>
                  <a:srgbClr val="00E676"/>
                </a:solidFill>
              </a:defRPr>
            </a:pPr>
            <a:r>
              <a:t>🌐 Live Public URL: https://deadlockguard-1208ak.streamlit.app/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1. CONTEXT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Introduction &amp; Real-World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1744"/>
                </a:solidFill>
              </a:defRPr>
            </a:pPr>
            <a:r>
              <a:t>The Real-World Deadlock Crisis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Concurrent systems (Banking, E-Commerce, Cloud Databases) lock rows to guarantee consistency.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When Process A waits for Process B, and Process B waits for Process A, the entire system hangs.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Transactions freeze indefinitely; customers face payment timeouts, and servers crash.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Deadlocks cannot be ignored — an intervention is mandatory.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</a:defRPr>
            </a:pPr>
            <a:r>
              <a:t>Why Existing Systems Fail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Textbook Theory: Deadlocks are drawn on chalkboards; students never see live lock contention.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Crude Recovery Rules: Standard databases automatically kill transactions, wasting completed work.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Zero Explainability: Administrators receive 50-line cryptic logs without a plain-English explanation.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DeadlockGuard Solution: An explainable interactive lab and recovery advisor built for real humans.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2. PRIOR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Literature Review (Evolution of Concurrency)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</a:defRPr>
            </a:pPr>
            <a:r>
              <a:t>Coffman &amp; Holt (1971-72)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Formalized the 4 Coffman conditions for deadlock.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Introduced Resource Allocation Graphs (RAG) and Wait-For Graphs (WFG).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Limitation: Purely theoretical; did not calculate recovery dollar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A0A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0AEC0"/>
                </a:solidFill>
              </a:defRPr>
            </a:pPr>
            <a:r>
              <a:t>Modern DBMS (Postgres/InnoDB)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Standard heuristic: Kill the transaction with the fewest undo entries.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Fast detection, but blind to transaction business priority.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Limitation: Wastes up to 73.5% extra cost by aborting near-complete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676"/>
                </a:solidFill>
              </a:defRPr>
            </a:pPr>
            <a:r>
              <a:t>Deep Learning Models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Recent AI studies predict deadlocks with neural networks.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High accuracy, but total 'black box'.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Limitation: DBAs refuse to trust AI that kills transactions without giving a reason.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3. 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The Research Gap: Theory vs Reality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</a:defRPr>
            </a:pPr>
            <a:r>
              <a:t>1. The Visualization Gap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Theory: Drawn on static paper.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Reality: Concurrency is dynamic; students need an interactive simulator to watch locks move.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1744"/>
                </a:solidFill>
              </a:defRPr>
            </a:pPr>
            <a:r>
              <a:t>2. The Fixed-Rule Waste Gap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Databases use 'Always Terminate' or 'Always Preempt'.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Empirical measurement: Fixed rules waste up to 73.5% more than the optimal choice.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A0A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0AEC0"/>
                </a:solidFill>
              </a:defRPr>
            </a:pPr>
            <a:r>
              <a:t>3. The Log Parsing Gap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Database dumps (PostgreSQL / MySQL) are walls of cryptic text.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DBAs spend minutes manually piecing together who blocks whom.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676"/>
                </a:solidFill>
              </a:defRPr>
            </a:pPr>
            <a:r>
              <a:t>4. The Explainability (XAI) Gap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No existing system explains WHY a fix was chosen in plain English.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Need human-understandable justification before executing recovery.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4. SCOPE &amp;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8288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</a:defRPr>
            </a:pPr>
            <a:r>
              <a:t>Problem Statement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To build an application-based web platform that dynamically detects deadlock cycles in real-time, evaluates the cost of three classic fixes (Terminate, Rollback, Preempt), and recommends the cheapest recovery backed by plain-English reasoning and confidence safety-net guarantees.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5120640" cy="256032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74904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676"/>
                </a:solidFill>
              </a:defRPr>
            </a:pPr>
            <a:r>
              <a:t>Primary Objectives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1. Real-Time Concurrency Simulator (RAG &amp; WFG).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2. Multi-Objective Cost Engine (Kill vs Rollback vs Preempt).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3. Explainable AI Advisor (Plain-English XAI).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66160"/>
            <a:ext cx="5212080" cy="256032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74904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676"/>
                </a:solidFill>
              </a:defRPr>
            </a:pPr>
            <a:r>
              <a:t>Practical Objectives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4. Confidence Safety Net (Double-check when unsure).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5. Real Database Log Importer (PostgreSQL / MySQL).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6. Live Public Web App (Streamlit Community Cloud).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5.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Proposed Methodology: 3-Layer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</a:defRPr>
            </a:pPr>
            <a:r>
              <a:t>Layer 1: What User Sees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🧪 Live Lab: Interactive graph.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🧠 Smart Advisor: Recommended fix + confidence + explanation.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🎛️ What-If Costs: Slider lab.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📥 Import Log: Real DBA dumps.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📊 Scoreboard: Empirical charts.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🚀 Publish Center: Cloud exports.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676"/>
                </a:solidFill>
              </a:defRPr>
            </a:pPr>
            <a:r>
              <a:t>Layer 2: Python Engine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Simulator: Multi-workload state machine.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Detector: Bipartite RAG to WFG graph reduction + Tarjan DFS cycle finding.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Recovery Engine: Computes exact costs.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Smart Advisor: Decision Tree + Safety Net.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Log Parser: Regex dump extractor.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A0A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0AEC0"/>
                </a:solidFill>
              </a:defRPr>
            </a:pPr>
            <a:r>
              <a:t>Layer 3: Stored Data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dataset.csv: 6,000 deadlock cases.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model.joblib: Trained explainable Decision Tree surrogate.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sample_logs: Real database traces (Postgres, MySQL, Microservices).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Cloud Artifacts: Dockerfile &amp; CI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6.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Working of the Live Dashboard (7 Modules)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</a:defRPr>
            </a:pPr>
            <a:r>
              <a:t>1. 🧪 Live Lab Screen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Select workload: 'Dining Philosophers' or 'Bank Lock-Swap'.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Click ▶️ Step or ⏩ Auto-Run to advance time.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When stuck, the cycle illuminates in bright crimson red (#FF1744).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676"/>
                </a:solidFill>
              </a:defRPr>
            </a:pPr>
            <a:r>
              <a:t>2. 🧠 Smart Advisor Screen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Card shows winning fix: TERMINATE, ROLLBACK, or PREEMPT.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Gives confidence score and plain-English why/why-not explanation.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Click '⚡ Apply Recommended Fix' to break cycle and resume!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A0A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0AEC0"/>
                </a:solidFill>
              </a:defRPr>
            </a:pPr>
            <a:r>
              <a:t>3. 🎛️ What-If Costs &amp; 4. 📥 Log Reader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Move penalty sliders (priority weight, rollback unit cost).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Watch strategy share shift; retrain decision tree in &lt; 1 second.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Upload raw PostgreSQL/MySQL log; app draws the stuck circle.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</a:defRPr>
            </a:pPr>
            <a:r>
              <a:t>5. 📊 Scoreboard &amp; 7. 🚀 Cloud Deploy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Visualizes Figure 2 Safety Net curve (waste vs double-check work).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Export benchmark results as CSV.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Cloud-native deployable on Streamlit Cloud, Docker, and Render.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7. COST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Three Recovery Fixes: Mathematical Cost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FF1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1744"/>
                </a:solidFill>
              </a:defRPr>
            </a:pPr>
            <a:r>
              <a:t>1. TERMINATE (Kill)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Abort process and restart transaction.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Cost Equation: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Cost = Base + (Priority × W_prio) + (Progress × W_work)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When it wins: Low priority job that just started (0-10% progress).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</a:defRPr>
            </a:pPr>
            <a:r>
              <a:t>2. ROLLBACK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Rewind process to nearest checkpoint.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Cost Equation: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Cost = Base + (Steps_Lost × Rate) + (Priority × 0.4)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When it wins: Process has a recent checkpoint (1-2 steps of undo).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676"/>
                </a:solidFill>
              </a:defRPr>
            </a:pPr>
            <a:r>
              <a:t>3. PREEMPT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Revoke resource; assign to waiting process.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Cost Equation: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Cost = Base + (Hold_Time × Rate) + (Preempts × Starvation)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When it wins: Zero prior preemption history and holding time is short.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8.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Four Key Innovations Delivered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</a:defRPr>
            </a:pPr>
            <a:r>
              <a:t>Innovation A: Explain the Advice (XAI)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Generates human sentences instead of raw numbers.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Example: 'Preempt P2 (Cost: 5.8) because Rollback costs 11.2 and Terminating costs 18.5 destroying 85% work.'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676"/>
                </a:solidFill>
              </a:defRPr>
            </a:pPr>
            <a:r>
              <a:t>Innovation B: Confidence Safety Net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If model confidence &lt; cutoff (0.80), double-check all 3 fixes.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Eliminates 98% of waste; achieves 99.6% effective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A0A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0AEC0"/>
                </a:solidFill>
              </a:defRPr>
            </a:pPr>
            <a:r>
              <a:t>Innovation C: What-If Cost Sensitivity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Interactive sliders allow users to input company-specific costs.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Re-fits the explainable Decision Tree in under 1 second.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</a:defRPr>
            </a:pPr>
            <a:r>
              <a:t>Innovation D: Real Database Log Reader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Reads PostgreSQL 'deadlock detected' and MySQL InnoDB status.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Extracts transaction IDs, builds WFG, and isolates the circle.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9.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Empirical Results: 1,200 Hidden Test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676"/>
                </a:solidFill>
              </a:defRPr>
            </a:pPr>
            <a:r>
              <a:t>Benchmark Comparison Table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Fixed: Always Terminate -&gt; 1.9% Acc | 73.5% Extra Waste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Fixed: Always Rollback -&gt; 35.2% Acc | 25.4% Extra Waste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Fixed: Always Preempt -&gt; 62.8% Acc | 8.6% Extra Waste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Smart Advisor (Model Only) -&gt; 84.3% Acc | 2.17% Extra Waste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DeadlockGuard Hybrid (Cutoff 0.80) -&gt; 99.6% Acc | 0.11% Waste!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Perfect Oracle (Cheapest Fix) -&gt; 100% Acc | 0.00% Waste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</a:defRPr>
            </a:pPr>
            <a:r>
              <a:t>Key Empirical Takeaways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Fixed rules in modern databases cause severe waste (up to 73.5%).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Explainable Decision Tree achieves 84.3% accuracy alone.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Innovation B Safety Net brings extra waste down to just 0.11%!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Double-checks only 38.4% of cases; cuts compute time by 40% vs exhaustive search.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Formal Engine Verification: All 14 test checks pass 100%.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10.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Conclusion &amp; 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</a:defRPr>
            </a:pPr>
            <a:r>
              <a:t>Summary of Achievements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Built a working, publishable, production-ready web application.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Demonstrated that explainable AI can recommend the cheapest fix reliably.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Provided transparent plain-English reasons for non-expert operators.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Bridged theory with real PostgreSQL and MySQL InnoDB deadlock dumps.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Deploys live in 1 click at https://deadlockguard-1208ak.streamlit.app/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676"/>
                </a:solidFill>
              </a:defRPr>
            </a:pPr>
            <a:r>
              <a:t>Future Work (Innovations E &amp; F)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Innovation E (Early Warning Predictor): Train a temporal model to forecast deadlocks 10 ticks before they occur.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Innovation F (Continuous Feedback): Record true post-recovery latency in production to update cost weights via reinforcement learning.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Multi-Unit Resources: Generalize graph reduction to multi-instance resource matrices.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11. 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572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0F4F8"/>
                </a:solidFill>
              </a:defRPr>
            </a:pPr>
            <a:r>
              <a:t>Academic &amp; Technical Citations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1. Coffman, E. G., Elphick, M., &amp; Shoshani, A. (1971). 'System Deadlocks.' ACM Computing Surveys, 3(2), 67-78.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2. Holt, R. C. (1972). 'Some Deadlock Properties of Computer Systems.' ACM Computing Surveys, 4(3), 179-196.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3. Dijkstra, E. W. (1965). 'Cooperating Sequential Processes.' Technological University, Eindhoven.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4. Silberschatz, A., Galvin, P. B., &amp; Gagne, G. (2018). 'Operating System Concepts (10th Ed).' John Wiley &amp; Sons.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5. PostgreSQL Global Development Group (2024). 'PostgreSQL Documentation: Chapter 13. Concurrency Control.'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6. Oracle Corporation (2024). 'MySQL 8.0 Reference Manual: InnoDB Deadlocks and Lock Modes.'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7. Ribeiro, M. T., Singh, S., &amp; Guestrin, C. (2016). 'Why Should I Trust You?: Explaining Predictions of Any Classifier.' ACM SIGKDD.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12. ORAL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Viva Examination Cheat Sheet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</a:defRPr>
            </a:pPr>
            <a:r>
              <a:t>Q1: Is this just detection or recovery?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It does both! Detection is classical (Wait-For Graph cycle finding).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The NOVELTY is dynamically comparing Terminate vs Rollback vs Preempt and picking the cheapest fix.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676"/>
                </a:solidFill>
              </a:defRPr>
            </a:pPr>
            <a:r>
              <a:t>Q2: Why not always Preempt?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Always preempting only wins 62.8% of the time and causes starvation.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Our Safety Net brings extra waste down from 8.6% to 0.11%.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A0A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0AEC0"/>
                </a:solidFill>
              </a:defRPr>
            </a:pPr>
            <a:r>
              <a:t>Q3: Why a Decision Tree?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For EXPLAINABILITY (XAI). A neural net is an uninterpretable black box.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A Decision Tree is a transparent flowchart; we can explain the path in plain English.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E5FF"/>
                </a:solidFill>
              </a:defRPr>
            </a:pPr>
            <a:r>
              <a:t>Q4: Does it work on real databases?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YES! Module 4 reads real text dumps from PostgreSQL and MySQL InnoDB,</a:t>
            </a:r>
          </a:p>
          <a:p>
            <a:pPr>
              <a:spcAft>
                <a:spcPts val="600"/>
              </a:spcAft>
              <a:defRPr sz="1300">
                <a:solidFill>
                  <a:srgbClr val="F0F4F8"/>
                </a:solidFill>
              </a:defRPr>
            </a:pPr>
            <a:r>
              <a:t>• parses transaction locks, builds the graph, and isolates the cycle.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